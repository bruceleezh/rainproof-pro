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开场 15 秒：一句话说清我们做什么——把'暴雨跑不了单'这件不可保的事，变成可参数化、可自动赔付的产品。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这一页是给评委的锚：痛点-方案-技术-定价-商业-进展，六行说完，后面 28 页都是展开。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关键句：不是没需求，是成本结构不成立。谁把边际核赔成本压到接近零，谁就打开这个市场。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两个数字要记住：700 万人的盘子；一次满额赔付只相当于四分之一个日收入——赔付与损失同量级，参数化不要求一一对应。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这里主动交代「我们砍掉了什么」，比罗列功能更能证明产品判断力。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名场面素材：赛期真实数据里，上海 12 小时保单（档线 30mm）窗口内增量 0mm → 系统判不赔，并留下可复算的拒绝理由。不为了演示撒谎，本身就是产品品格。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三个差异化点：① 验真层是行业空白（单一数据源会被污染掏空资金池）；② 判定 100% 确定性（监管视角：AI 不做赔不赔的黑箱决策）；③ 全程可复算。诚实交代：三家模型同经公开气象聚合接口取数，属同一供应商下的三套数值模式，落地按合规要求换国内源。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这段诚实边界是加分项，不要删。评委最怕「什么都解决了」的项目。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反例实证：统一价口径下广州 72 小时档赔付率 115.7%（收 1 赔 1.16）—— 这是差异化定价的必要性证明。口径必须带上：那是 72h 档、不是现行 24h 档，且 95% 置信下界 9.35% 贴近 10% 平衡点，所以我们只把它当「统一定价会失衡」的机制演示，不当作「已收不抵支」的证据。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一句话：身份与渠道不是风控装饰，直接决定约 3–6 倍价差。分子漏掉固定成本 C，会把广州 24h 算成 1.7 元而不是 2.2 元——这是我们复核时真踩过的坑。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被问「你这钱够不够赔」时：34% 是点估计赔付，留 60% 红线，上界定价 + 向上取整是三重缓冲。技术成本压到 19 MB / 8% 内存，说明这是个可以真跑起来的成本结构。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核心论点：风险不是写在一页纸上「我们会注意」，而是已经变成价格里的数字（逆选择 = 3–6 倍价差）和规则（准备金 = VaR99）。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不要争「骑手会不会自己买」——主战场是平台。一次决策覆盖上万骑手，边际获客成本接近零，这是 B2B2C 的全部理由。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所有假设都在页面上，可以现场复算。被问 TAM 是不是吹的：500–700 万是两平台公开口径的并集，250 天是雨季常态化投保，1.5 元是批发价上限。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四类玩家排完，空白位置一眼可见：个人、小额、高频、收入中断。这个位置传统险做不了（成本）、平台补贴做不好（不是保险）、国际玩家还没进来。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这一页是给评委的信任折扣：主动说弱点，比被问出来强。护城河四条都指向同一件事——我们都真跑过了。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合规这一页只有一个目的：证明我们知道边界在哪。不碰承保、不碰资金池、不碰个人信息，只做科技输出。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路线图要给的是节奏感：第一年只做一城两万人，把雨季完整跑一遍——不贪规模，先把单城模型跑对。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运营不是「我们会有客服」，而是四条自动化流水线 + 一条人工兜底线。应急那句「不对已承保的人违约」是产品底线。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财务页最容易被抓错。这里的纪律：每个假设都写出来，Y2 小幅亏损就说小幅亏损，盈亏平衡点算在哪就说在哪。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这页要防一个常见追问：「你 80 万成本和 150 万启动资金差在哪？」—— 口径已写在页上：损益口径 vs 现金储备口径。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这一页目前是唯一有硬缺口的页：院校、成员姓名、指导教师必须由队内填。规则要求每队 2–4 人 + 指导教师 1–2 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这一页是可信度总攻：可复跑、可复算、已真实赔付、也真实拒赔过。拒赔记录比赔付记录更能证明系统在工作。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社会价值不是煽情，是「这块保障本来就没有」。政策文件号写清楚，证明方向不是我们编的。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五类风险，每类一行应对，全部指向「已经做了哪一步」而不是「以后会注意」。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附录 A 是给技术评委的接口：如果他愿意，可以照着这五步自己把费率表算一遍。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被问「为什么武汉比北京贵 70%」时：不是随便定的，是 11 年触发概率差 3.2 倍算出来的。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技术证据这页只列「可提供」，明细留给愿意深挖的评委。重点是每一类都带一个可验证的动作。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参考页不是装饰，是「每句话都有出处」的证明。清单文件里有每条的访问日期与链接。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收尾 20 秒：把定位收在一句话上——我们做的是「可验证」，不是「更便宜」。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 spc="225">
                <a:solidFill>
                  <a:srgbClr val="22D3EE"/>
                </a:solidFill>
                <a:latin typeface="Consolas"/>
                <a:ea typeface="Consolas"/>
              </a:rPr>
              <a:t>RAINPROOF · 项目计划书 · 2026.11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9692640" cy="10972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4400" b="1" i="0" lang="zh-CN">
                <a:solidFill>
                  <a:srgbClr val="FFFFFF"/>
                </a:solidFill>
                <a:latin typeface="微软雅黑"/>
                <a:ea typeface="微软雅黑"/>
              </a:rPr>
              <a:t>雨证 RainProof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969264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 i="0" lang="zh-CN">
                <a:solidFill>
                  <a:srgbClr val="22D3EE"/>
                </a:solidFill>
                <a:latin typeface="微软雅黑"/>
                <a:ea typeface="微软雅黑"/>
              </a:rPr>
              <a:t>可验证的 AI 参数化天气保障 —— 让暴雨天的收入损失，雨量核验、结果可查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10128"/>
            <a:ext cx="6583680" cy="1097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8444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分子实验室 · 2026 年度大学生保险模拟创业大赛 · 赛道二 保险科技应用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团队：神麻组　　参赛院校 / 成员 / 指导教师：待补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计划书版本 v0.4 · 2026.11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533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本册 30 页 · 数据截止 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一页纸摘要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3807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外卖骑手按单计酬，暴雨天跑不了单 = 当天收入清零。全国月均有单骑手约 336 万人，传统保险做不了：单均保费几元，查勘定损成本与赔款同量级。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933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66543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参数化天气保障：雨量达标后经规则判定，由外部任务触发模拟给付；免人工定损。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791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7523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① 三气象机构模型交叉验真　② 确定性判定规则（AI 只验真、不做决策）　③ 全流程哈希存证、第三方可复算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649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定价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4381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11 年逐小时真实降雨数据（2015-10 → 2026-09）精算，按「区域 × 时长 × 骑手类型 × 渠道 × 购买量」五维定价；湖北 118 个区划 236 格已全量出具。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0507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商业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1239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B2B2C：平台 / 众包服务商付费，批发价 1 元级/份/天；骑手自付 3.6–8.8 元/份（湖北 1.8–10.5 元）。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36592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进展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097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系统已建成并真实运行：11 年回测 + 历史暴雨全流程回放 + 24 组自动化测试全绿；三年目标第三年保费约 1.1 亿元。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422392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痛点：暴雨天的骑手，收入直接断掉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2494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障碍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782726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为什么传统保险做不了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09928"/>
            <a:ext cx="103327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0515599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定损成本 &gt; 赔款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56232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单次赔几十到几百元，人工查勘 / 核赔成本与之同量级 —— 保险经济学不成立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23744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9464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损失难核实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9464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骑手收入是平台侧数据，保险公司拿不到，无法定损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36976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209544"/>
            <a:ext cx="10515599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82696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82696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看到暴雨预报才买。11 年数据实测：挑最优时点投保，期望赔付/敞口中位比可达月均的 5.7–10.4 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50208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95928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身份不稳定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95928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众包非雇员，法定保障缺位，没有可承保的劳动关系凭据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663440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3717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结论：不是需求不存在，是传统理赔的成本结构把这个人群排除在外。需求侧的三重损失：跑不了单（收入断）· 硬跑危险（安全成本）· 平台补贴不固定（不可依赖）。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市场与用户：规模有据可查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MARKET &amp;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月均有单骑手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336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美团研究院 2024 年数据（工人日报 2025-05-28 报道）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蜂鸟活跃骑手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≈400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亿欧 2025-08 报道；注册口径超 300 万为 2019 年官方数据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两平台合计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≈700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两大平台口径并列标注、不混算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高频骑手月收入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7,230–10,100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2025 年一季度（2024 全年 6,650–9,344 元），美团研究院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一线熟练骑手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11,547 元/月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≈385 元/天（2024 全年）；最高实赔 75 元，约 0.19 个日收入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产品：参数化降雨收入保障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9751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17320"/>
            <a:ext cx="810158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保障对象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56232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外卖 / 即时配送骑手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37744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保障时长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23160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12 小时 / 24 小时（国标唯二时段）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4436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916936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90088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触发条件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990088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保障窗口内「新增累计降雨量」越过档线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1129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57016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档线（国标表 1）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57016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12h：30mm 赔 50% / 70mm 赔 75%　·　24h：50mm 赔 50% / 100mm 赔 75%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078224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050792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23944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满额赔付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123944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额度基数 100 元，两档实赔 50 / 75 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64515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90872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理赔方式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690872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外部任务触发：免人工定损；到账依赖判定、资金与领取时限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21208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8581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两个刻意的取舍：① 只做 12h/24h —— 国标没有 48h/72h，线性外推会造成「多付 4 倍保费、中奖率降一半」的反直觉产品（实测武汉 48h/72h 保费 0.0002→0.0008、触发率 0.44%→0.21%）；② 不设特大暴雨档 —— 11 年五城 24h≥250mm 零命中，写进条款却永远赔不到的档是虚假承诺。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产品旅程：一次赔付的完整流程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91056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481328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投保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骑手自购（零售价）或平台整批代投（批发价），锁定「城市 × 时长」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7864" y="2066544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30428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32304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验真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5000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三家独立气象机构的数值预报模型（ECMWF / GFS / ICON）交叉核验每笔数据；显著背离 = 拒收并留痕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7864" y="2907792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14553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163824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确定性规则链 R1–R5：过线？与三模型中位数背离？几个模型独立支持？全部通过才赔付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3749039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398678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4005072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32504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过线 × 判定通过 × 置信达标 × 资金足额 → 外部任务触发到账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97864" y="4590288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8280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846320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87375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每笔判定的输入 / 输出哈希留痕，任何人可用公开气象数据独立复算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技术架构：AI 是验真器，不是黑箱法官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2D7FF9">
              <a:alpha val="9000"/>
            </a:srgbClr>
          </a:solidFill>
          <a:ln w="12700">
            <a:solidFill>
              <a:srgbClr val="2D7FF9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45336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2D7FF9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6362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公开气象数据 + 11 年历史库（2015-10 → 2026-09 逐小时，五城）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0008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22D3EE">
              <a:alpha val="9000"/>
            </a:srgbClr>
          </a:solidFill>
          <a:ln w="12700">
            <a:solidFill>
              <a:srgbClr val="22D3EE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78024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22D3EE"/>
                </a:solidFill>
                <a:latin typeface="微软雅黑"/>
                <a:ea typeface="微软雅黑"/>
              </a:rPr>
              <a:t>验真层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96312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三机构模型交叉核验 + 离群拒收：把「数据可信性」变成可判定问题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82696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F5A524">
              <a:alpha val="9000"/>
            </a:srgbClr>
          </a:solidFill>
          <a:ln w="12700">
            <a:solidFill>
              <a:srgbClr val="F5A524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10712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5A524"/>
                </a:solidFill>
                <a:latin typeface="微软雅黑"/>
                <a:ea typeface="微软雅黑"/>
              </a:rPr>
              <a:t>判定层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42900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确定性规则 R1–R5；大模型只把结论翻译成人话，不参与决策、解释不进哈希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2D7FF9">
              <a:alpha val="9000"/>
            </a:srgbClr>
          </a:solidFill>
          <a:ln w="12700">
            <a:solidFill>
              <a:srgbClr val="2D7FF9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434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2D7FF9"/>
                </a:solidFill>
                <a:latin typeface="微软雅黑"/>
                <a:ea typeface="微软雅黑"/>
              </a:rPr>
              <a:t>存证层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36168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规则与证据全程哈希存证，部署后不可事后修改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为什么可信：把「你信不信我」换成「你自己验」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TRUST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98348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传统信任链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3865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相信保险公司的核赔结果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28437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27614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定价公式不公开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5296" y="33009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8176" y="32186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拒赔理由无法复核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5296" y="37581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367588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结论由人给出，事后难以追溯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417320"/>
            <a:ext cx="498348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我们的信任链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38658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定价公式公开：保费 = f(11 年实测触发概率的 97.5% 上界)，任何人可复算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118103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03580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每次数据写入带证据哈希；拒收也留痕 ——「不认」也是一条记录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384962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76732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判定结论 + 输入哈希 + 输出哈希三件套存证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458114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49884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规则部署后不可修改，第三方可独立复算同一结论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5A524"/>
                </a:solidFill>
                <a:latin typeface="微软雅黑"/>
                <a:ea typeface="微软雅黑"/>
              </a:rPr>
              <a:t>主动坦白边界：数据源目前由运营方接入（已有多方共管机制）；基差风险（雨量达标但个体未受损）只解决一半，二期接平台订单数据做实际停单触发。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精算基础：11 年逐小时真实数据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ACTUARIAL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数据跨度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11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五城 2015-10 → 2026-09 逐小时降水（ERA5 再分析，公开可复算）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统计方法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整数十分位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滑动窗口零浮点漂移，可跨机器复现同一结果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置信区间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4,000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自举法（bootstrap）算 97.5% 上界，定价取上界不取点估计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城市极差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3.2 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24h 首档触发概率：北京 ~0.4% → 广州 ~1.4%，统一定价必然失败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逆选择量化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5.7–10.4 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挑最优时点投保，期望赔付/敞口中位比；条件触发率 2.6–6.7 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定价体系：五维差异化，40 格费率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城市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19751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平台团体·代付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认证·代付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认证·自助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众包·自助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19" y="1417320"/>
            <a:ext cx="13350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众包自助 LR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709928"/>
            <a:ext cx="112471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武汉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856232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19" y="1856232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94560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240280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19" y="224028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578608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2551176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2624328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19" y="2624328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962656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广州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008376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7.9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19" y="3008376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346704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3319272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成都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3392424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19" y="3392424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3730752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9044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24 小时档（元/份，额度基数 100 元、实赔≤75元）；12 小时档区间 1.1–5.9 元。公式 P = max( ceilTick((E₉₇.₅ × 100 + C) / 0.6), ceilTick(C × 1.25), 1.0 )，C = 0.30 元/份。链上另有湖北 118 区划 × 2 时长 = 236 格网格价：12h 1.80–6.70 元、24h 2.40–10.50 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单位经济：每一块钱去哪了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52374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去向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19751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比例（点估计）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19" y="1417320"/>
            <a:ext cx="54498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599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856232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856232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0.742 ÷ 2.2（广州 24h 平台团体价 2.2 元）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377440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23160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23160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2423160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0.30 ÷ 2.2，单均出单 / 结算 / 存证边际成本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44368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16936"/>
            <a:ext cx="10515599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再保 + 风险准备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990088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19" y="2990088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只在雨季前置；24h 档 VaR99 为负 ⇒ 准备金下限为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511296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57016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57016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19" y="3557016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B2B2C：平台通道费 + 服务费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078224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050792"/>
            <a:ext cx="10515599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123944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123944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19" y="4123944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科技服务费口径，不碰承保利润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645152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188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60%。技术成本实测：2 核 2G / 50G 单机，喂价一轮 122 区划仅烧 2.14 s CPU（2.2% 单核）、峰值内存 87 MB，静态站 + 合约 + 脚本部署体积 19 MB —— 机器不是瓶颈，天气 API 额度才是。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风险管理：把风险清单变成定价参数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RISK →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7066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79" y="1417320"/>
            <a:ext cx="56327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我们的处理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9" y="1417320"/>
            <a:ext cx="160934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603504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基差风险（雨量达标但人未受损）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1856232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验真层保证「数据可信才赔」；二期接订单数据做实际停单触发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9" y="1856232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已量化 + 路线图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41401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59736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逆选择（看预报挑雨天买）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79" y="2459736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量化进价格：众包自助相对认证代付加价 1.4–1.6 倍、相对平台团体 3–6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2459736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已产品化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01752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90088"/>
            <a:ext cx="10515600" cy="603504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063240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同城集中赔付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3063240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准备金 ≥ 在保份数 × VaR99；跨城市分散（10 对城市仅 2 对显著相关）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3063240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已规则化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621024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66744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数据源污染 / 故障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79" y="3666744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三机构交叉验真 + 离群拒收留痕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9" y="3666744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2452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197096"/>
            <a:ext cx="10515600" cy="603504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270248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极端年份尾部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79" y="4270248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再保险安排：台风季前分出超赔（广深沿海优先）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9" y="4270248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二期落地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82803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873752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运营方单点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79" y="4873752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多方共管已落地：管理操作需 2/3 密钥；独立托管待落实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199" y="4873752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43153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商业模式：B2B2C，平台付费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2494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买家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56327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17320"/>
            <a:ext cx="206654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23113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骑手自付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56232"/>
            <a:ext cx="561441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获客贵、价格敏感；但逆选择最强，所以价格最贵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856232"/>
            <a:ext cx="204825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补充渠道 3.6–8.8 元/份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223113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 / 众包服务商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97480"/>
            <a:ext cx="561441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合规压力 + 骑手留存 + 舆情对冲；一次决策覆盖上万骑手，边际获客成本 ≈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97480"/>
            <a:ext cx="204825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主攻，批发价 1 元级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49300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65576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223113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持牌保险公司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38728"/>
            <a:ext cx="561441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承保主体；我们输出产品设计 + 精算定价 + 自动理赔系统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38728"/>
            <a:ext cx="204825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收入分成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33425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07992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收入结构：科技服务费（按保费比例）+ 系统服务费（按单 / 按年），不碰承保利润。为什么平台会买：美团 2025「夏季清凉行动」由平台全额出资，为全国 300 多万骑手免费提供防暑险（保障期 7-01 → 08-31）—— 平台付费习惯已被教育，针对暴雨收入中断的采购意向仍需验证。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市场规模：TAM / SAM /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MARKET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4264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17320"/>
            <a:ext cx="38039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362102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测算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417320"/>
            <a:ext cx="18836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09928"/>
            <a:ext cx="112471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1429999" cy="80467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14081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856232"/>
            <a:ext cx="378561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全国即配骑手 × 全年常态化投保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56232"/>
            <a:ext cx="360273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500–700 万 × 250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856232"/>
            <a:ext cx="18653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≈ 19–26 亿/年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615184"/>
            <a:ext cx="112471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60904"/>
            <a:ext cx="14081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660904"/>
            <a:ext cx="378561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头部平台 Top30 城高频骑手 × 雨季主导投保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60904"/>
            <a:ext cx="360273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200 万 × 120 天 × 1.5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660904"/>
            <a:ext cx="18653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≈ 3.6 亿/年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419856"/>
            <a:ext cx="112471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392424"/>
            <a:ext cx="11429999" cy="80467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465576"/>
            <a:ext cx="14081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SOM（3 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465576"/>
            <a:ext cx="378561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试点 → 扩展城市的实际覆盖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65576"/>
            <a:ext cx="360273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80 万 × 100 天 × 1.4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465576"/>
            <a:ext cx="18653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≈ 1.1 亿/年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24528"/>
            <a:ext cx="112471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98264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单骑手口径两套并列（避免被问「你那个 53 元哪来的」）：只在暴雨日买 ≈ 53 元/人/年（12 天 × 2 单 × 2.2 元）；雨季常规投保 ≈ 140 元/人/年（100 天 × 1.4 元）。SOM 按后一套算。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竞争格局：四类玩家，我们卡在空白处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6151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玩家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17320"/>
            <a:ext cx="4078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代表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2552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与我们的差异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传统骑手险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56232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平台合作的意外险 / 第三者责任险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856232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不保收入中断；理赔仍需报案定损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平台自保障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恶劣天气补贴 / 关怀金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97480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补贴不是保险：无精算、无定价、无分保，成本中心，不可审计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49300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65576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国内参数化先例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38728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广东巨灾指数保险（2016 首创，10 市试点）、农业天气指数保险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538728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证明参数触发已被监管与市场接受；但无个人小额高频场景 —— 空白即机会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33425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79976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国际参数化玩家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379976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Arbol、Raincoat、FloodFlash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379976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佐证赛道成熟；中国即配个人场景的竞品覆盖仍待验证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175504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竞争壁垒：11 年城市级精算数据资产（可复算）· 验真层技术先发 · 已真实跑通的系统与存证记录。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护城河与弱点（诚实版）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MOAT &amp; WEAKNESS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98348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四条护城河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38658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数据 + 精算：40 格费率的完整复算链，换个人跑同一个引擎得同一个数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3118103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303580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验真层：三模型交叉验证的工程实现（不是买了 API 就算有）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5296" y="384962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可验证理赔：规则与证据全程哈希存证，第三方可复算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5296" y="458114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449884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先发：系统已建成、已获奖、已回测、已真实赔付过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417320"/>
            <a:ext cx="4983480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5A524"/>
                </a:solidFill>
                <a:latin typeface="微软雅黑"/>
                <a:ea typeface="微软雅黑"/>
              </a:rPr>
              <a:t>三个弱点与应对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386584"/>
            <a:ext cx="45720" cy="1554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团队小 → 按规则组队 2–4 人 + 指导教师 1–2 名，跨学科配置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118103"/>
            <a:ext cx="45720" cy="1554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03580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尚无持牌伙伴 → 决赛前争取 1 家意向接触，输出型定位降低门槛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3849624"/>
            <a:ext cx="45720" cy="1554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76732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预言机单点 → 三源交叉已实现，国内合规源切换路径已明确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合规路径：不碰红线，科技输出定位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17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定位：不经营保险业务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向持牌保险公司输出产品设计、精算定价系统与自动理赔系统；保险人责任由持牌公司承担，保费归集于持牌机构。依据《保险法》第六条。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参数化产品的监管先例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国发〔2014〕29 号明确「探索天气指数保险等新兴产品」；2016 年中央一号文件再提试点；广东巨灾指数保险自 2016 年按降雨量/风速参数赔付并长期运行。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落地三步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与持牌公司联合设计产品 → 条款费率按监管要求报备（走创新型产品沟通机制）→ 单城试点销售。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数据合规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《气象信息服务管理办法》（气象局令第 27 号）第七条要求气象信息服务单位向省级气象主管机构备案；落地切换为有资质的国内渠道。骑手个人信息遵循《个人信息保护法》最小必要原则。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支付合规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资金链路走持牌机构与持牌支付通道。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落地路线图：三阶段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5179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160934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1417320"/>
            <a:ext cx="31638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417320"/>
            <a:ext cx="35295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149961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856232"/>
            <a:ext cx="159105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0–12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1856232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 城 2 万骑手，保费 144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1856232"/>
            <a:ext cx="35112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签 1 家平台/众包服务商 + 1 家持牌险企；雨季全流程实战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7249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70632"/>
            <a:ext cx="149961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70632"/>
            <a:ext cx="159105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12–24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2770632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 城 20 万骑手，保费 ~2,000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770632"/>
            <a:ext cx="35112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复制城市模板；接平台订单数据（解决基差风险）；再保安排落地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6393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611879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85031"/>
            <a:ext cx="149961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685031"/>
            <a:ext cx="159105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24–36 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3685031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15 城 80 万骑手，保费 ~1.1 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3685031"/>
            <a:ext cx="35112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高温 / 台风品类上线；输出定价系统给险企（第二收入曲线）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5537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2744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当前进度已跑在路线图前面：湖北 118 个县级以上区划已于 2026-10-27 全量开通并出具 236 格网格价，超过原定「扩展期 5 城」的目标。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运营体系：日常怎么跑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19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600200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数据运营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84248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气象数据接入 → 验真 → 触发判定全自动化。运营人工只处理异常（拒收记录复核），不做逐单手工作业。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59" y="1417320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5059" y="1417320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3" y="1600200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服务运营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3" y="1984248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平台对接 API + 对账单自动生成；骑手侧查询界面：赔没赔、为什么、凭据是什么，全程可查。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38728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538728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3721608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风控运营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105656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赔付率日报（城 × 渠道 × 时段）；异常赔付率自动预警；季度回溯重定价。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59" y="3538728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059" y="3538728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3" y="3721608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应急机制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3" y="4105656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数据源全断时暂停投保（保鲜期机制），已售保单按既有数据继续履行 —— 不对已承保的人违约。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财务预测：三年三情形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44439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指标（万元）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Y1 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Y2 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Y3 规模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0515600" cy="47548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覆盖骑手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856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56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1856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80 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28600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331720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保费规模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331720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331720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2,080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331720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11,200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76148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2734056"/>
            <a:ext cx="10515600" cy="47548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807208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赔付（含再保分出后自留）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807208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807208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~1,080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807208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~5,800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23697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282696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科技服务费收入（保费 12–15%）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282696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18–22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282696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250–310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282696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1,350–1,680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712463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" y="3685032"/>
            <a:ext cx="10515600" cy="47548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758183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运营成本（团队 + 数据 + 算力）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58183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758183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~350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3758183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~900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187951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233671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净利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4233671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负（投入期）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233671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−40 ~ −100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19" y="4233671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450–780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663439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837175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假设全部显性：单价 = 平台批发 1.2–1.4 元；投保频次随渗透从 60 天/年升至 100 天/年；赔付率按自留口径 52%（点估计 47% 自留 + 5% 转分保后的净额，勿与「47%+15%=62%」混读）。盈亏平衡约 25–30 万覆盖骑手，Y3 初达成；保守/乐观 ±40%。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资源需求与资金使用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持牌合作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持牌险企合作意向 —— 承保主体，我们做产品与系统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渠道试点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平台 / 众包服务商试点意向 —— 一次决策覆盖上万骑手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启动资金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150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数据与算力 30 / 团队 80 / 试点运营 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口径说明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═ 80 + 70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Y1 运营成本 ~80 万是「当年损益口径」；150 万是「12 个月现金储备」＝ 80 万运营 + 70 万试点城市与合规前置投入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奖金投向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先合规后落地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先投数据合规源切换与试点城市落地，不投市场投放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22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参赛院校 / 队名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神麻组（已定）；所在院校待补 —— 报名截止 2026-10-31 17:00 前必须补齐。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成员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链上工程与 AI 判定系统（全栈实现者）—— 姓名 / 院系 / 年级待补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成员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精算定价与商业材料（40 格定价体系设计者）—— 姓名 / 院系 / 年级待补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成员 C（可选，3–4 人配置）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建议保险 / 精算专业 —— 跨学科配置是评审考察点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指导教师（1–2 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建议保险 / 金融工程方向 —— 待补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协作方式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双人异地 + AI 辅助协作开发全流程（版本管理 + 自动化测试 + 双人文档互审），本身是「AI 时代保险科技团队」的样本故事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已有进展与证据：我们不是 PPT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自动化测试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24 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593 项断言全绿，任何评委可现场复跑（cd 07-测试工具 &amp;&amp; npm test）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精算引擎自检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509 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11 年数据精算引擎的逐项自检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区划定价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123 / 236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链上已注册 122 个喂价区划、122 个在售，湖北 118 区划 236 格网格价全部落地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历史回放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2 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2024-06 武汉暴雨（三天 230mm）与 2026-08 上海暴雨，完成投保 → 验真 → 判定 → 赔付全闭环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判不赔记录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 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上海 12h 窗口内 0mm（档线 30mm）→ 拒赔并留痕可复算；另有 677 主网 72h/50mm 档增量 34mm 的不赔记录（须标清链版本）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7959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获奖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80644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三等奖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91616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汉客松 S1 主赛道三等奖（凭证待补）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59282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社会价值与品类延展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3319272" cy="23317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114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补上保障缺口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84248"/>
            <a:ext cx="2862072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为两大平台约 700 万量级即配骑手补上「收入中断」这一块 —— 现有产品只保意外伤害，不保没收入。普惠保险的典型场景：小额、高频、可负担。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19272" cy="23317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4114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踩上政策节奏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1984248"/>
            <a:ext cx="2862072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人社部等九部门 2025 年 7 月《关于扩大新就业形态人员职业伤害保障试点工作的通知》（人社部发〔2025〕24 号）明确将即时配送纳入扩大范围、2026 年推广全国。天气收入保障与职业伤害保障互补成一套组合。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417320"/>
            <a:ext cx="3319272" cy="23317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417320"/>
            <a:ext cx="4114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同一引擎换参数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984248"/>
            <a:ext cx="2862072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夏季高温津贴触发 · 台风停工保障 · 空气质量户外作业保障 → 从骑手延展到物流、建筑、环卫等户外劳动者；城市级天气风险定价能力可输出给险企。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风险与应对总表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RISK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8836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31638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9011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应对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85623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基差争议：雨量达标但个体未受损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5623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条款明示参数化属性与预期赔付水平；二期接订单数据做实际停单触发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54203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8775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58775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平台自建同类保障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8775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我们是成本中心 vs 它们的精算外包；数据资产可复用于新品类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7355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2461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1927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1927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产品报备周期长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先与持牌伙伴共同设计，走既有指数险报备轨道，不新造路径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0507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50791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050791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数据源依赖与单点故障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50791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三源交叉 + 离群拒收留痕；国内合规源切换路径已明确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3659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8231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78231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规模小、缺持牌背书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8231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按规则组队 2–4 人 + 指导教师 1–2 名；决赛前争取 1 家持牌意向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4681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A · 精算方法与复算说明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26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数据与窗口口径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源：ERA5 逐小时降水再分析；窗口 2015-10-01 → 2026-09-30；城市以行政中心坐标取格点。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整数十分位方法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全程以「0.1mm 整数」为单位累加，避免浮点漂移 —— 同一份数据在任何机器、任何语言上得到同一结果。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自举置信区间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对每个「城市 × 时长 × 档线」组合做 4,000 次有放回重采样，取 97.5% 分位作为定价的期望赔付上界。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定价推导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P = max( ceilTick((E₉₇.₅ × 满额赔付 + C) / 目标赔付率上限), ceilTick(C × 1.25), 地板价 )，C = 0.30 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准备金 VaR 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准备金下限 = max(0, 在保份数 × 单份 VaR99)；24h 档 VaR99 为负（触发率低、赔付额小于保费），故下限取 0。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可复算承诺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引擎、参数、原始数据切片全部公开；第三方按本页五步可独立复算出同一张费率表。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B · 人民币定价数表（40 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7007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城市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平台团体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认证代付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认证自助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199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众包自助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1417320"/>
            <a:ext cx="15636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24h 众包自助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709928"/>
            <a:ext cx="110185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11201399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85623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武汉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9" y="185623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7627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22199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9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222199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54203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2514600"/>
            <a:ext cx="11201399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58775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199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19" y="258775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90779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295351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广州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9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9" y="295351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7.9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27355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3246120"/>
            <a:ext cx="11201399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331927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成都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59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199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31927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363931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81304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40 格零售价区间 1.1–8.8 元/份；众包自助（最贵渠道）3.6–8.8 元；平台团体批量（N≥100）普遍 1 元级。批量价 N=10/100/1000 另见数表文件。链上当前只固化「众包·自助」一列，其余三列是商务折扣，不是合约常量。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C · 技术证据清单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28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系统测试报告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24 组自动化门禁、593 项断言全绿（现场可复跑 npm test）；日志与截图随材料归档。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历史回放记录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2024-06 武汉暴雨、2026-08 上海暴雨两场，全流程闭环回放，输入/输出哈希可复算。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「判不赔」记录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上海 12h 增量 0mm 拒赔；677 主网 72h/50mm 档增量 34mm 拒赔 —— 拒赔也留痕，同样可复算。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链上存证地址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部署地址、交易哈希清单、区划注册与定价交易明细，技术评委可深挖（此处仅列「可提供」）。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多方共管凭证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管理操作需 2/3 密钥；独立托管待落实；周转与权限变更记录可查。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获奖凭证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汉客松 S1 主赛道三等奖 —— 凭证截图待补入材料包。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D · 参考与数据来源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29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骑手规模与收入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美团研究院 2024 年数据（工人日报 2025-05-28 报道）；亿欧 2025-08 报道；上海证券报相关报道原文链接。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国家标准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GB/T 28592—2012《降水量等级》表 1（12h / 24h 档线）。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气象数据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ERA5 再分析逐小时降水（公开学术数据源，仅限非商用研究）；Open-Meteo 聚合接口（ECMWF / GFS / ICON 三套数值模式）。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监管与政策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《保险法》第六条；国发〔2014〕29 号；《气象信息服务管理办法》（气象局令第 27 号）；人社部发〔2021〕56 号、人社部发〔2025〕24 号。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竞品公开资料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广东巨灾指数保险公开报道；Arbol / Raincoat / FloodFlash 官方站点。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核实纪律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全部外部引用已联网核实并逐条登记于《引用与待核清单》，标注访问日期与原始链接。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3100" b="1" i="0" lang="zh-CN">
                <a:solidFill>
                  <a:srgbClr val="FFFFFF"/>
                </a:solidFill>
                <a:latin typeface="微软雅黑"/>
                <a:ea typeface="微软雅黑"/>
              </a:rPr>
              <a:t>我们卖的不是保险，
是可验证的自动理赔 ——
把「你信不信我」换成「你自己验」。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67328"/>
            <a:ext cx="5852160" cy="1097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599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神麻组 · 雨证 RainProof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43984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联系方式：待补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2803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系统可现场复跑、结论可现场复算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神麻组 · 雨证 RainProof · 2026.11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